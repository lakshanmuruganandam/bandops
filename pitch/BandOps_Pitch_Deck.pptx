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BandOps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Multi-Agent Command Rooms for Regulated Crisis Operations.</a:t>
            </a:r>
          </a:p>
          <a:p>
            <a:r>
              <a:t>Powered by the Band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Aircraft on Ground (AOG)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grounded plane costs airlines $15,000 per minute.</a:t>
            </a:r>
          </a:p>
          <a:p>
            <a:pPr/>
            <a:r>
              <a:t>Mechanics, Logistics, Flight Ops, and the FAA are siloed.</a:t>
            </a:r>
          </a:p>
          <a:p>
            <a:pPr/>
            <a:r>
              <a:t>Communication is chaotic: emails, phone calls, whiteboards.</a:t>
            </a:r>
          </a:p>
          <a:p>
            <a:pPr/>
            <a:r>
              <a:t>Result: Hours of delays, compliance risks, and millions lost.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Solution: BandOps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Replaces siloed human panic with an orchestrated swarm of specialized AI agents.</a:t>
            </a:r>
          </a:p>
          <a:p>
            <a:pPr/>
            <a:r>
              <a:t>Agents analyze faults, locate parts, and check regulations in seconds.</a:t>
            </a:r>
          </a:p>
          <a:p>
            <a:pPr/>
            <a:r>
              <a:t>Human-in-the-loop: Agents recommend, humans approve.</a:t>
            </a:r>
          </a:p>
          <a:p>
            <a:pPr/>
            <a:r>
              <a:t>Built for high-stakes, highly regulated enterprise environments.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Band? (The Interoperability Layer)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 provides the persistent room, identity verification, and audit trail.</a:t>
            </a:r>
          </a:p>
          <a:p>
            <a:pPr/>
            <a:r>
              <a:t>Framework-agnostic: Allows LangGraph, CrewAI, and Python agents to collaborate securely.</a:t>
            </a:r>
          </a:p>
          <a:p>
            <a:pPr/>
            <a:r>
              <a:t>Provides the zero-trust mesh that makes enterprise-grade multi-agent systems possible.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War Room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Line Mechanic diagnoses the fault.</a:t>
            </a:r>
          </a:p>
          <a:p>
            <a:pPr/>
            <a:r>
              <a:t>2. Supply Chain sources replacement parts.</a:t>
            </a:r>
          </a:p>
          <a:p>
            <a:pPr/>
            <a:r>
              <a:t>3. Flight Ops calculates delay costs.</a:t>
            </a:r>
          </a:p>
          <a:p>
            <a:pPr/>
            <a:r>
              <a:t>4. FAA Compliance acts as an adversarial auditor.</a:t>
            </a:r>
          </a:p>
          <a:p>
            <a:pPr/>
            <a:r>
              <a:t>5. AOG Commander synthesizes the debate for the human.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Immutable Auditability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aviation, every single decision must be auditable.</a:t>
            </a:r>
          </a:p>
          <a:p>
            <a:pPr/>
            <a:r>
              <a:t>BandOps logs the entire agent debate to an immutable ledger.</a:t>
            </a:r>
          </a:p>
          <a:p>
            <a:pPr/>
            <a:r>
              <a:t>Logs the final human approval cryptographically.</a:t>
            </a:r>
          </a:p>
          <a:p>
            <a:pPr/>
            <a:r>
              <a:t>Zero black boxes. Full traceability for regulators.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BandOps architecture applies to any high-stakes, regulated environment:</a:t>
            </a:r>
          </a:p>
          <a:p>
            <a:pPr/>
            <a:r>
              <a:t>- Hospitals (ER Triage &amp; Bed Management)</a:t>
            </a:r>
          </a:p>
          <a:p>
            <a:pPr/>
            <a:r>
              <a:t>- Energy Grids (Disaster Response &amp; Load Balancing)</a:t>
            </a:r>
          </a:p>
          <a:p>
            <a:pPr/>
            <a:r>
              <a:t>- Global Logistics (Supply Chain Shock Recovery)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Try the Demo locally or view the GitHub Repo.</a:t>
            </a:r>
          </a:p>
          <a:p>
            <a:pPr/>
            <a:r>
              <a:t>Built with love for the Band of Agents Hackathon.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